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BBE39-CE65-4C06-A22E-7B4234F073F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F16CA-18B8-42CB-90D0-CD08A1F2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8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F16CA-18B8-42CB-90D0-CD08A1F2A4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03D0-C384-F880-CB4E-EF0499D9C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66A11-C6D3-EE4C-A79C-273D952E1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BFEFB-457F-1C5D-1A44-748BBB75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28052-32CE-13F0-1AA5-461238C7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D4A5-4A9B-C47C-B1B4-53E89FE3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4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B6D9-09AE-0A78-E2CF-4A8E494D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2A7D-E45A-014D-FB22-639484367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6AAF-F841-54DE-2AEB-A3089F17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0CFF7-842C-D4B8-A31C-6D6EB69E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80AF9-323B-DE51-39F3-32134D9B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0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736E-1DC9-FE78-F4BD-13D3CDC7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DEF8B-0773-A2C6-C753-F22E3226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5D530-2ADB-A9E4-90BD-B600E0C2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816D-C98A-9E7E-C476-C79144E7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7B449-E64F-5FE6-6DB7-976DD3CF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5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8B36-BCBF-DF64-DBE9-D155A044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BA382-1A33-E841-70BD-3ACA2D3E2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850C-9611-2125-476A-8058B7CCF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E1945-6855-18B2-D2A0-5E80805F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5B402-DBC5-2EDE-8CD6-747B5CAC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CE022-67AB-9C09-9121-457235CF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6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C006-D013-67FF-3321-9A2AE443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0988C-2CEF-A711-55F7-C04868A1B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EB4F5-19CC-79BF-4798-6586CDFBE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B39E9-F432-94C0-2749-DD4FC17A5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B6B46-DF23-CCC7-7C0D-61144F36C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692E3-2AC5-9D47-5A9C-5DFE5D69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88DBF-AF14-E998-37A4-8B22A90E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69B940-E02E-44CD-23AD-92A13DBB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0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CCAE-1A52-D15E-B786-6FD1E9A2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3682F-8B04-65FE-824D-E97ADB4D7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58346-08B8-A5AE-0987-219A032F0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33A25-E6B4-9DF8-49E8-30AC1B66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7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F8134-D1F8-9326-1C6D-07FB30D79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69A84-23C8-D981-BED6-6CD9934E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4FEF0-72A2-4405-F677-0E5B32E0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6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D618-AEE0-9515-911C-A737F183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01A5A-AFD7-96E3-32D8-8B56D9AE5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C4B3E-E825-D6B1-A9B2-1C393EE46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6C4A1-D2CE-8D9B-2D16-194EBDA4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9E7B2-30BA-5887-9845-6E37CBEB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D3C25-B6DC-2F27-071B-B1CBF60B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3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0296-733F-4FDE-8B98-1E0DFA30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4F199-760D-BA37-E34A-E0E52DB7F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054BE-96FF-41AB-FFC5-5C167C01B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20BA4-8CF1-BAB4-7C12-E968FFAB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AD3F2-C6F9-C45C-6073-CC7F3077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38B44-B6F7-AFFD-C609-20E54629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7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EBF9-44C3-2FEF-DA3F-BA5A65C0D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20D4-AF26-9B64-1355-B82FAD10E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89690-9E60-669A-65EF-ED265655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3075-F0C8-B8FA-A19F-1A9158F2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BE547-9C45-9018-29F3-E539B5370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9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C401A-3CA7-99C2-AD27-E14E30639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0135-3000-1B5F-EF42-61FE6250D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23584-7B24-E9DA-4AF6-2145C4CA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701E5-ED2C-57FD-918C-F67634CE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DE885-1190-FBA1-1A1B-AC3FC1C0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7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440BC-276A-9A24-A335-4DAE84FA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E3C5F-1AD6-5B8F-17A9-00D8D10F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6E20-62C7-4F91-8B58-950906167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07026-3D5A-4208-9D3B-DAABA4CFCE5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8783D-2ADE-367D-B402-BCF724B41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BD594-6327-98C0-A5BF-1A8D8339B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555A3-56A9-4805-835A-CB2DC617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7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EAFB-9D42-4492-9FE9-5FDCE200A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540" y="406400"/>
            <a:ext cx="9144000" cy="2387600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6600" dirty="0"/>
              <a:t>TES </a:t>
            </a:r>
            <a:r>
              <a:rPr lang="en-US" sz="6600" dirty="0" err="1"/>
              <a:t>untuk</a:t>
            </a:r>
            <a:r>
              <a:rPr lang="en-US" sz="6600" dirty="0"/>
              <a:t> </a:t>
            </a:r>
            <a:r>
              <a:rPr lang="en-US" sz="6600" dirty="0" err="1"/>
              <a:t>mengirim</a:t>
            </a:r>
            <a:r>
              <a:rPr lang="en-US" sz="6600" dirty="0"/>
              <a:t>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B5BB5-1D1F-B7EE-211F-48A6675B57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15537F-7601-FF70-19E1-2F18D138D573}"/>
              </a:ext>
            </a:extLst>
          </p:cNvPr>
          <p:cNvSpPr/>
          <p:nvPr/>
        </p:nvSpPr>
        <p:spPr>
          <a:xfrm>
            <a:off x="1618735" y="4732638"/>
            <a:ext cx="2224216" cy="14086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3AC6F0D0-0956-2F72-3B47-5A76202747BD}"/>
              </a:ext>
            </a:extLst>
          </p:cNvPr>
          <p:cNvSpPr/>
          <p:nvPr/>
        </p:nvSpPr>
        <p:spPr>
          <a:xfrm rot="16200000">
            <a:off x="9267567" y="3312297"/>
            <a:ext cx="2323070" cy="2556476"/>
          </a:xfrm>
          <a:prstGeom prst="teardrop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5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 untuk mengirim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</dc:creator>
  <cp:lastModifiedBy>A K</cp:lastModifiedBy>
  <cp:revision>1</cp:revision>
  <dcterms:created xsi:type="dcterms:W3CDTF">2025-11-18T09:23:59Z</dcterms:created>
  <dcterms:modified xsi:type="dcterms:W3CDTF">2025-11-18T09:24:47Z</dcterms:modified>
</cp:coreProperties>
</file>